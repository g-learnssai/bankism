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Bankism – Blue‑Team Defensive AI Firewall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[Architecture diagram will be placed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Flow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User types a request in the UI</a:t>
            </a:r>
          </a:p>
          <a:p>
            <a:r>
              <a:t>2️⃣ Debounced → POST /api/preflight</a:t>
            </a:r>
          </a:p>
          <a:p>
            <a:r>
              <a:t>3️⃣ BankismFirewallPipeline (normaliser, PII redactor, semantic guard)</a:t>
            </a:r>
          </a:p>
          <a:p>
            <a:r>
              <a:t>4️⃣ JSON verdict returned</a:t>
            </a:r>
          </a:p>
          <a:p>
            <a:r>
              <a:t>5️⃣ If approved → BankingAgent → Bank Engine</a:t>
            </a:r>
          </a:p>
          <a:p>
            <a:r>
              <a:t>6️⃣ Updates UI, metrics, events</a:t>
            </a:r>
          </a:p>
          <a:p>
            <a:r>
              <a:t>7️⃣ Blocked requests are logged to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Sign‑in overlay with demo accounts</a:t>
            </a:r>
          </a:p>
          <a:p>
            <a:r>
              <a:t>• Currency selector (USD, EUR, GBP, INR, JPY, AUD, CAD)</a:t>
            </a:r>
          </a:p>
          <a:p>
            <a:r>
              <a:t>• Live reactive dashboard (140 ms debounce)</a:t>
            </a:r>
          </a:p>
          <a:p>
            <a:r>
              <a:t>• AI Guide‑Bot (Gemini fallback)</a:t>
            </a:r>
          </a:p>
          <a:p>
            <a:r>
              <a:t>• MFA limit control and event inspector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Install dependencies: pip install -r requirements.txt</a:t>
            </a:r>
          </a:p>
          <a:p>
            <a:r>
              <a:t>2️⃣ Run server: python run_server.py (auto‑opens Chrome)</a:t>
            </a:r>
          </a:p>
          <a:p>
            <a:r>
              <a:t>3️⃣ Access dashboard at http://127.0.0.1:8000</a:t>
            </a:r>
          </a:p>
          <a:p>
            <a:r>
              <a:t>4️⃣ Use demo accounts (alice/alice123, bob/bob123, mallory/mallory123)</a:t>
            </a:r>
          </a:p>
          <a:p>
            <a:r>
              <a:t>5️⃣ Extend firewall pipeline for production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